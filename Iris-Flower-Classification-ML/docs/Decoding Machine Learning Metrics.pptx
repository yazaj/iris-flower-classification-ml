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B58F1A-DBD5-4339-BDBB-8C22A5BDB96B}">
  <a:tblStyle styleId="{CFB58F1A-DBD5-4339-BDBB-8C22A5BDB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6327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Decoding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Machine Learning</a:t>
            </a: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Metrics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4614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Why your model results look so detailed—and why that matters.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5275" y="29718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Beyond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Accuracy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4346"/>
            <a:ext cx="5381625" cy="2062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864346"/>
            <a:ext cx="5381625" cy="206275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962025" y="3254871"/>
            <a:ext cx="48306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Accuracy Trap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62025" y="3645396"/>
            <a:ext cx="4600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Accuracy gives you a single percentage for the entire dataset. While 98% sounds great, it doesn't tell you if the model is failing on a specific, rare species.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629400" y="3254871"/>
            <a:ext cx="48306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Detailed View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629400" y="3645396"/>
            <a:ext cx="46005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Classification Report breaks performance down by each species. It shows you exactly where the model is "confused" and where it is perfect.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Global View vs. Class-Specific 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0496"/>
            <a:ext cx="3492549" cy="2710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0496"/>
            <a:ext cx="3492549" cy="2710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0496"/>
            <a:ext cx="3492549" cy="2710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9310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894237" y="3578721"/>
            <a:ext cx="284707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Precision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62025" y="3969246"/>
            <a:ext cx="27114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 all the times the model predicted a species, how often was it actually right? It's about "Quality".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9310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4672537" y="3578721"/>
            <a:ext cx="284707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Recall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40324" y="3969246"/>
            <a:ext cx="27114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Of all the actual flowers of a species, how many did the model find? It's about "Quantity".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3102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450836" y="3578721"/>
            <a:ext cx="284707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F1-Score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18624" y="3969246"/>
            <a:ext cx="27114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harmonic mean that balances both. It ensures you have high quality AND high quantity.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Three Pillars of Performance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975" y="2028825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6381750" y="325487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Precision Focus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381750" y="3645396"/>
            <a:ext cx="52387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your results,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Setosa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has a Precision of 1.00. This means every single time the model said a flower was a Setosa, it was correct. There were zero "False Alarms" for this class.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Precision: Quality of Predictions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88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71500" y="2228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Recall Power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2619375"/>
            <a:ext cx="52387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Recall measures if the model is "missing" anything. For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Versicolor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your Recall was 0.94. This means the model caught 94% of the actual Versicolors, but missed a small few.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Recall: Completeness of Detection</a:t>
            </a:r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0025" y="2228850"/>
            <a:ext cx="318219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3181350"/>
            <a:ext cx="27527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0.98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3895725" y="3374826"/>
            <a:ext cx="81110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Weighted F1-Score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895725" y="3765351"/>
            <a:ext cx="77247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Your model achieved a weighted average of 0.98. This indicates an exceptionally high level of balance across all three iris species, considering the number of samples for each.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Overall System Strength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20"/>
          <p:cNvGraphicFramePr/>
          <p:nvPr/>
        </p:nvGraphicFramePr>
        <p:xfrm>
          <a:off x="571500" y="2562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{CFB58F1A-DBD5-4339-BDBB-8C22A5BDB96B}</a:tableStyleId>
              </a:tblPr>
              <a:tblGrid>
                <a:gridCol w="2071675"/>
                <a:gridCol w="2466225"/>
                <a:gridCol w="1973025"/>
                <a:gridCol w="2288675"/>
                <a:gridCol w="22494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Setosa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Versicolor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Virginica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Averages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20"/>
          <p:cNvSpPr/>
          <p:nvPr/>
        </p:nvSpPr>
        <p:spPr>
          <a:xfrm>
            <a:off x="571500" y="30813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2643187" y="3081337"/>
            <a:ext cx="2466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109418" y="3081337"/>
            <a:ext cx="19730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082432" y="3081337"/>
            <a:ext cx="22886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371111" y="3081337"/>
            <a:ext cx="224938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71500" y="36147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643187" y="3614737"/>
            <a:ext cx="2466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109418" y="3614737"/>
            <a:ext cx="19730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082432" y="3614737"/>
            <a:ext cx="22886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9371111" y="3614737"/>
            <a:ext cx="224938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71500" y="41481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643187" y="4148137"/>
            <a:ext cx="2466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109418" y="4148137"/>
            <a:ext cx="19730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7082432" y="4148137"/>
            <a:ext cx="22886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9371111" y="4148137"/>
            <a:ext cx="224938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1500" y="46815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643187" y="4681537"/>
            <a:ext cx="2466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109418" y="4681537"/>
            <a:ext cx="19730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082432" y="4681537"/>
            <a:ext cx="22886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9371111" y="4681537"/>
            <a:ext cx="224938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1500" y="52149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643187" y="5214937"/>
            <a:ext cx="24662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109418" y="5214937"/>
            <a:ext cx="197301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082432" y="5214937"/>
            <a:ext cx="228867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371111" y="5214937"/>
            <a:ext cx="224938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Your Classification Report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Distribution (Support)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2057400" y="2714625"/>
            <a:ext cx="8077200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"Not everything that can be counted counts, and not everything that counts can be counted." 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233987" y="4362450"/>
            <a:ext cx="1724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— William Bruce Cameron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71500" y="4594919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F1-score highlights that while all species perform well, Setosa remains the most perfectly separable class in this dataset.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F1-Score Comparison per Species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95275" y="2568922"/>
            <a:ext cx="11601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You!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71500" y="374049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Does this clarify why we look at more than just accuracy?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/>
          <p:nvPr/>
        </p:nvSpPr>
        <p:spPr>
          <a:xfrm>
            <a:off x="571500" y="261208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71500" y="3514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505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505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4276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4276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0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1666875" y="275495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https://static.vecteezy.com/system/resources/previews/024/793/079/non_2x/target-or-bullseye-icon-a-focused-and-impactful-illustration-of-a-target-or-bullseye-representing-goals-objectives-and-precision-vector.jpg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1666875" y="314905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27" name="Google Shape;2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7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1666875" y="36785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https://www.clipartmax.com/png/middle/87-871439_detective-eye-search-find-locate-icon-search-button-icon-png.png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1666875" y="38994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www.clipartmax.com</a:t>
            </a:r>
            <a:endParaRPr/>
          </a:p>
        </p:txBody>
      </p:sp>
      <p:pic>
        <p:nvPicPr>
          <p:cNvPr descr="image.png" id="230" name="Google Shape;23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4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666875" y="442912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https://plus.unsplash.com/premium_photo-1764695511875-5f939ab9a031?fm=jpg&amp;q=60&amp;w=3000&amp;ixlib=rb-4.1.0&amp;ixid=M3wxMjA3fDB8MHxjb2xsZWN0aW9uLXBhZ2V8NHxMU1ZPRkhjMVFwVXx8ZW58MHx8fHx8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666875" y="482322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unsplash.com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